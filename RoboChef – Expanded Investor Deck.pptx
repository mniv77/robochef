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3B4D85-F2F6-4CF6-A47D-51BB86BB75E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C0BEC6B-29EC-419D-9E93-EC9B159F247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045FB9C-A34F-4394-AA1E-A7B461545E2F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8BA29E4-F523-4632-B66C-F9EC7131E85C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C647191-11E6-4E54-BAD1-FA605BA85000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08B78D-F167-4B5D-BA35-EA682B2098D1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D88660-1456-4819-9FD2-8EF38082E7E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DF30FDE-74FC-4E9C-B8A9-EDB8B5D2459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AE79300-D0D2-4284-ACF6-58A60BF5090B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8386452-5009-4E34-B8F4-B6E77B5CAF87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C7F3F0C-CD3E-4A41-B164-92F77EAD34E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RoboChef – Expanded Investor Deck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Automated Humanoid Meal Preparation System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Confidential Investor Material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Problem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Busy households lack time. Restaurants face labor shortages.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Food consistency is difficult.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Automation demand rising.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Solution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RoboChef fully automated humanoid cooking.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Encrypted ingredient ecosystem.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Scalable from home to industrial.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Technology Overview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Humanoid robotics + automated kitchen.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Encrypted Ingredient Authorization System (AEC).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Cloud AI recipe engine.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System Architecture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Humanoid robot.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Smart kitchen modules.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recipe cloud.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Encrypted supply chain.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AEC Patent System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Daily-rotating encrypted food codes.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Vendor certification.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Food authenticity + safety.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Business Model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Hardware sales.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Subscription for AI &amp; recipes.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Food capsule revenue.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Vendor AEC licensing.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Market Opportunity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Smart appliances.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Food robotics.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Restaurant automation.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Projected TAM: $300B+.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Competitive Landscape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RoboChef unique: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Humanoid operational range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Encrypted supply chain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Recipe IP marketplace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– Multi‑size ecosystem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Go‑To‑Market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1: High‑net‑worth homes.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2: Restaurants.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Phase 3: Mass market.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Traction Plan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2025: Prototype.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2026: Pilot homes.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2027: Commercial kitchens.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Financial Model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Multi‑stream revenue.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High margin capsules.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Recurring subscription.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Investment Ask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Seeking $25M seed.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18‑month runway.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Team expansion + prototypes.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Use of Funds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R&amp;D 40%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Manufacturing 25%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AI Cloud 20%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Marketing 15%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Team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Founder: Meir Niv.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Advisors: Robotics, AI, Culinary.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Vision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Become the world’s first universal humanoid chef.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Safe, consistent, automated cooking for all.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LibreOffice/25.8.2.2$Windows_X86_64 LibreOffice_project/d401f2107ccab8f924a8e2df40f573aab7605b6f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