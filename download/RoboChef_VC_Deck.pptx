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RoboChef: Automated Humanoid Meal Preparation System</a:t>
            </a:r>
          </a:p>
          <a:p>
            <a:r>
              <a:t>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Meal preparation is time‑consuming</a:t>
            </a:r>
          </a:p>
          <a:p>
            <a:r>
              <a:t>Inconsistent quality</a:t>
            </a:r>
          </a:p>
          <a:p>
            <a:r>
              <a:t>Labor shortages in food industry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RoboChef automates full meal preparation</a:t>
            </a:r>
          </a:p>
          <a:p>
            <a:r>
              <a:t>Humanoid + appliance modes</a:t>
            </a:r>
          </a:p>
          <a:p>
            <a:r>
              <a:t>Encrypted ingredient ecosystem (AEC)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Humanoid Chef Robot</a:t>
            </a:r>
          </a:p>
          <a:p>
            <a:r>
              <a:t>RoboChef Appliance</a:t>
            </a:r>
          </a:p>
          <a:p>
            <a:r>
              <a:t>AI recipe engine</a:t>
            </a:r>
          </a:p>
          <a:p>
            <a:r>
              <a:t>Authorized ingredient capsules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AEC locks profitable ecosystem</a:t>
            </a:r>
          </a:p>
          <a:p>
            <a:r>
              <a:t>Full automation</a:t>
            </a:r>
          </a:p>
          <a:p>
            <a:r>
              <a:t>Supports human‑added ingredients</a:t>
            </a:r>
          </a:p>
          <a:p>
            <a:r>
              <a:t>Scalable sizes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 + gripping</a:t>
            </a:r>
          </a:p>
          <a:p>
            <a:r>
              <a:t>Thermal, weight, freshness sensors</a:t>
            </a:r>
          </a:p>
          <a:p>
            <a:r>
              <a:t>Daily rotating cryptographic keys</a:t>
            </a:r>
          </a:p>
          <a:p>
            <a:r>
              <a:t>Cloud AI personalization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Home kitchens</a:t>
            </a:r>
          </a:p>
          <a:p>
            <a:r>
              <a:t>Elderly care</a:t>
            </a:r>
          </a:p>
          <a:p>
            <a:r>
              <a:t>Restaurants</a:t>
            </a:r>
          </a:p>
          <a:p>
            <a:r>
              <a:t>Hospitals &amp; institutions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Hardware sales</a:t>
            </a:r>
          </a:p>
          <a:p>
            <a:r>
              <a:t>Recurring AEC revenue</a:t>
            </a:r>
          </a:p>
          <a:p>
            <a:r>
              <a:t>Subscription for AI recipes</a:t>
            </a:r>
          </a:p>
          <a:p>
            <a:r>
              <a:t>B2B partnerships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Prototype pipeline defined</a:t>
            </a:r>
          </a:p>
          <a:p>
            <a:r>
              <a:t>Patent package ready</a:t>
            </a:r>
          </a:p>
          <a:p>
            <a:r>
              <a:t>Strong market signals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Go‑To‑Market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with families + elderly</a:t>
            </a:r>
          </a:p>
          <a:p>
            <a:r>
              <a:t>Partner with food suppliers</a:t>
            </a:r>
          </a:p>
          <a:p>
            <a:r>
              <a:t>Launch AEC marketplace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appliances</a:t>
            </a:r>
          </a:p>
          <a:p>
            <a:r>
              <a:t>Partial cooking robots</a:t>
            </a:r>
          </a:p>
          <a:p>
            <a:r>
              <a:t>Meal kits</a:t>
            </a:r>
          </a:p>
          <a:p>
            <a:r>
              <a:t>RoboChef: only full‑stack solution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Encrypted ecosystem</a:t>
            </a:r>
          </a:p>
          <a:p>
            <a:r>
              <a:t>Data advantages</a:t>
            </a:r>
          </a:p>
          <a:p>
            <a:r>
              <a:t>AI personalization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</a:t>
            </a:r>
          </a:p>
          <a:p>
            <a:r>
              <a:t>High LTV from AEC</a:t>
            </a:r>
          </a:p>
          <a:p>
            <a:r>
              <a:t>Hardware margin optional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prototype</a:t>
            </a:r>
          </a:p>
          <a:p>
            <a:r>
              <a:t>Year 2: pilot</a:t>
            </a:r>
          </a:p>
          <a:p>
            <a:r>
              <a:t>Year 3: mass manufacturing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Meir Niv – Founder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Seeking investment for prototype + AI + patent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